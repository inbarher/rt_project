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742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723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571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036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206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588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833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072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185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689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773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2965F-61ED-43D8-B7D4-E3D264CBF5F9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0406E-8D5F-41B6-AD54-F0C1821460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244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1 CIRCLE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590805" y="3832964"/>
            <a:ext cx="789140" cy="8392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531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2 CIRCLE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615835" y="3670126"/>
            <a:ext cx="789140" cy="8392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079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3 CIRCLE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9645040" y="3569917"/>
            <a:ext cx="789140" cy="8392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549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1 TRIANGLE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3" name="Isosceles Triangle 2"/>
          <p:cNvSpPr/>
          <p:nvPr/>
        </p:nvSpPr>
        <p:spPr>
          <a:xfrm>
            <a:off x="1628383" y="3144032"/>
            <a:ext cx="1014609" cy="93945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335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2 TRIANGLE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3" name="Isosceles Triangle 2"/>
          <p:cNvSpPr/>
          <p:nvPr/>
        </p:nvSpPr>
        <p:spPr>
          <a:xfrm>
            <a:off x="5135671" y="3018772"/>
            <a:ext cx="1014609" cy="93945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673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0285" y="1272675"/>
            <a:ext cx="9340241" cy="1295161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FRAME 3 TRIANGLE</a:t>
            </a:r>
            <a:endParaRPr lang="he-IL" dirty="0">
              <a:latin typeface="Baskerville Old Face" panose="02020602080505020303" pitchFamily="18" charset="0"/>
            </a:endParaRPr>
          </a:p>
        </p:txBody>
      </p:sp>
      <p:sp>
        <p:nvSpPr>
          <p:cNvPr id="3" name="Isosceles Triangle 2"/>
          <p:cNvSpPr/>
          <p:nvPr/>
        </p:nvSpPr>
        <p:spPr>
          <a:xfrm>
            <a:off x="10173221" y="2818355"/>
            <a:ext cx="1014609" cy="93945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735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Baskerville Old Face</vt:lpstr>
      <vt:lpstr>Calibri</vt:lpstr>
      <vt:lpstr>Calibri Light</vt:lpstr>
      <vt:lpstr>Times New Roman</vt:lpstr>
      <vt:lpstr>Office Theme</vt:lpstr>
      <vt:lpstr>FRAME 1 CIRCLE</vt:lpstr>
      <vt:lpstr>FRAME 2 CIRCLE</vt:lpstr>
      <vt:lpstr>FRAME 3 CIRCLE</vt:lpstr>
      <vt:lpstr>FRAME 1 TRIANGLE</vt:lpstr>
      <vt:lpstr>FRAME 2 TRIANGLE</vt:lpstr>
      <vt:lpstr>FRAME 3 TRIANGLE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1 CIRCLE</dc:title>
  <dc:creator>maayan ashaul</dc:creator>
  <cp:lastModifiedBy>maayan ashaul</cp:lastModifiedBy>
  <cp:revision>1</cp:revision>
  <dcterms:created xsi:type="dcterms:W3CDTF">2026-02-22T01:21:36Z</dcterms:created>
  <dcterms:modified xsi:type="dcterms:W3CDTF">2026-02-22T01:27:08Z</dcterms:modified>
</cp:coreProperties>
</file>